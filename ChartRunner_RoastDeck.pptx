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6D"/>
                </a:solidFill>
                <a:latin typeface="Menlo"/>
              </a:rPr>
              <a:t>ROAST DECK · SOLANA FRONTIER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14F195"/>
                </a:solidFill>
                <a:latin typeface="Inter"/>
              </a:rPr>
              <a:t>TRADE THE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9945FF"/>
                </a:solidFill>
                <a:latin typeface="Inter"/>
              </a:rPr>
              <a:t>UPSIDE-DOWN.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01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6D"/>
                </a:solidFill>
                <a:latin typeface="Menl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FF4D6D"/>
                </a:solidFill>
                <a:latin typeface="Inter"/>
              </a:rPr>
              <a:t>74%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OF NEW TRADERS QUIT IN 90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0A6"/>
                </a:solidFill>
                <a:latin typeface="Inter"/>
              </a:rPr>
              <a:t>Bloomberg looks like hospital equipment. TradingView is unreadable to your friends.
Paper trading feels like homework.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Inter"/>
              </a:rPr>
              <a:t>PUT THE TRADER IN THE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AA0A6"/>
                </a:solidFill>
                <a:latin typeface="Inter"/>
              </a:rPr>
              <a:t>A real game on real candles. Every primitive a real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Inter"/>
              </a:rPr>
              <a:t>(turns out the answer rules)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live · chartrunner.xyz/play/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HOW YOU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CONTROLS = TRADING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shoot · gun on ground · laser in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PRESS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place tools · HLine, VWAP, Fib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PRESS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place primitives · Bracket, OCO, Ladder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DOUBLE-V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drop into the upside-down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F195"/>
                </a:solidFill>
                <a:latin typeface="Menlo"/>
              </a:rPr>
              <a:t>DIE /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mint a RunRecord PDA on Solana devnet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in-game Campaign mode covers all 39 chapters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04 /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14F195"/>
                </a:solidFill>
                <a:latin typeface="Inter"/>
              </a:rPr>
              <a:t>ON-CHAIN,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45FF"/>
                </a:solidFill>
                <a:latin typeface="Menlo"/>
              </a:rPr>
              <a:t>LIVE ON SOLANA DEVNET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nlo"/>
              </a:rPr>
              <a:t>☐  chartrunner_maps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DbzEqKfgCBqneR6Yuc17yEPc1fbVeqTeGy721f1n3UvH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nlo"/>
              </a:rPr>
              <a:t>☐  chartrunner_registry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ER8G9BnvyrQiBeiVvjmZaUpmeBu5jxoh1vnDPPdPrdcn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45FF"/>
                </a:solidFill>
                <a:latin typeface="Menlo"/>
              </a:rPr>
              <a:t>SHIPPING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→  chartrunner_match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   realtime PvP match state · seat allocation · rake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→  chartrunner_arena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   trading competitions · entry fees · prize escrow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→  chartrunner_oracle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   verifiable trade fills · Pyth/Switchboard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→  chartrunner_treasury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720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   protocol fee sink · creator royalty payouts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05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WHO'S BUILDING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ONE BUILDER. SHIPPING.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·  Two Anchor programs deployed on devnet.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·  React wallet bridge with direct Phantom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·  37,500-line single-file game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·  SDK extraction architected (M1.4 inline-bundler).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Inter"/>
              </a:rPr>
              <a:t>·  Custom domain. CI/CD. All shipped.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06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B90B"/>
                </a:solidFill>
                <a:latin typeface="Menlo"/>
              </a:rPr>
              <a:t>ROADMAP · WHAT NEEDS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Inter"/>
              </a:rPr>
              <a:t>WHAT NEEDS TO BE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LIVE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Phoenix Rise · Flight builder · real perp fills · we earn fee_bps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PRIMITIVES ON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anchor programs for match · arena · oracle · treasury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TRADING COMPETITIONS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3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tournaments · entry-fee escrow · on-chain leaderboards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MARKETPLACE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3755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registry deployed · browser + buy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7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desktop only today · touch + responsive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3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REALTIME MULTIPLAYER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4339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async leaderboard works · live PvP arena follows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B90B"/>
                </a:solidFill>
                <a:latin typeface="Menlo"/>
              </a:rPr>
              <a:t>MAINNET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84631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after the marketplace + match programs 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07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WHY THIS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4F195"/>
                </a:solidFill>
                <a:latin typeface="Inter"/>
              </a:rPr>
              <a:t>ONLY SOLANA RUNS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945FF"/>
                </a:solidFill>
                <a:latin typeface="Inter"/>
              </a:rPr>
              <a:t>ONLY THIS SHIP IS BUILDING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→  Solana fees + latency = game-loop synchronous 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→  chart-as-world is genuinely novel (verify: 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→  candle-source-agnostic SDK = drop on any 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→  retro pixel aesthetic ≠ another corp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→  on-chain marketplace primitive already 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B90B"/>
                </a:solidFill>
                <a:latin typeface="Inter"/>
              </a:rPr>
              <a:t>"the trading on-ramp for the Fortnite generation"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08 /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B90B"/>
                </a:solidFill>
                <a:latin typeface="Menlo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WHAT WE NEED FROM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Menlo"/>
              </a:rPr>
              <a:t>AMPLIFICATION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co-sign the build · X / podcast /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Menlo"/>
              </a:rPr>
              <a:t>MAINNET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introductions to Phoenix · Pyth · MagicBlock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Menlo"/>
              </a:rPr>
              <a:t>PHOENIX FLIGHT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023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Flight builder access for fee accrual on routed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90B"/>
                </a:solidFill>
                <a:latin typeface="Menlo"/>
              </a:rPr>
              <a:t>TESTING +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wallet whitelist seats for power-user playtest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0A6"/>
                </a:solidFill>
                <a:latin typeface="Menlo"/>
              </a:rPr>
              <a:t>09 /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263640"/>
            <a:ext cx="1828800" cy="20000"/>
          </a:xfrm>
          <a:prstGeom prst="rect">
            <a:avLst/>
          </a:prstGeom>
          <a:solidFill>
            <a:srgbClr val="14F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F195"/>
                </a:solidFill>
                <a:latin typeface="Menlo"/>
              </a:rPr>
              <a:t>chartrunner.xyz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Inter"/>
              </a:rPr>
              <a:t>ROAST ME · @ssjjul3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A0A6"/>
                </a:solidFill>
                <a:latin typeface="Inter"/>
              </a:rPr>
              <a:t>(then ask for a wallet whitelist seat)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4F195"/>
                </a:solidFill>
                <a:latin typeface="Inter"/>
              </a:rPr>
              <a:t>TRADE THE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9945FF"/>
                </a:solidFill>
                <a:latin typeface="Inter"/>
              </a:rPr>
              <a:t>UPSIDE-DOWN.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0A6"/>
                </a:solidFill>
                <a:latin typeface="Menlo"/>
              </a:rPr>
              <a:t>chartrunner.xyz ·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